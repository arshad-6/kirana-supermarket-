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183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97706"/>
                </a:solidFill>
              </a:defRPr>
            </a:pPr>
            <a:r>
              <a:t>Shanmathi Super Market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Weekly &amp; Daily Sales Intelligence Deck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Automated Store Analytics | Generated: 2026-09-07 | GSTIN: 29AAAAA0000A1Z5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Executive Sales Overview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Key performance indicators from real customer bills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Total Gross Revenue</a:t>
            </a:r>
          </a:p>
          <a:p>
            <a:pPr>
              <a:defRPr sz="2800" b="1">
                <a:solidFill>
                  <a:srgbClr val="D97706"/>
                </a:solidFill>
              </a:defRPr>
            </a:pPr>
            <a:r>
              <a:t>₹0.00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Total settled sales volume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201168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Completed Invoices</a:t>
            </a:r>
          </a:p>
          <a:p>
            <a:pPr>
              <a:defRPr sz="2800" b="1">
                <a:solidFill>
                  <a:srgbClr val="D97706"/>
                </a:solidFill>
              </a:defRPr>
            </a:pPr>
            <a:r>
              <a:t>0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Finalized transactions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201168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Average Bill Value</a:t>
            </a:r>
          </a:p>
          <a:p>
            <a:pPr>
              <a:defRPr sz="2800" b="1">
                <a:solidFill>
                  <a:srgbClr val="D97706"/>
                </a:solidFill>
              </a:defRPr>
            </a:pPr>
            <a:r>
              <a:t>₹0.00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Per-customer basket 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23960" y="201168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Total GST Remitted</a:t>
            </a:r>
          </a:p>
          <a:p>
            <a:pPr>
              <a:defRPr sz="2800" b="1">
                <a:solidFill>
                  <a:srgbClr val="D97706"/>
                </a:solidFill>
              </a:defRPr>
            </a:pPr>
            <a:r>
              <a:t>₹0.00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Combined CGST + SGST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Daily Sales Trajectory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Revenue and order volume progression</a:t>
            </a:r>
          </a:p>
        </p:txBody>
      </p:sp>
      <p:pic>
        <p:nvPicPr>
          <p:cNvPr id="3" name="Picture 2" descr="dai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9144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Top Selling Products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Volume and revenue drivers across store categories</a:t>
            </a:r>
          </a:p>
        </p:txBody>
      </p:sp>
      <p:pic>
        <p:nvPicPr>
          <p:cNvPr id="3" name="Picture 2" descr="top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9144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Payment Channel Distribution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Split across UPI, Cash, and Card settlements</a:t>
            </a:r>
          </a:p>
        </p:txBody>
      </p:sp>
      <p:pic>
        <p:nvPicPr>
          <p:cNvPr id="3" name="Picture 2" descr="payment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28800"/>
            <a:ext cx="6675120" cy="42911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Goods &amp; Services Tax (GST) Summary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Intra-state CGST &amp; SGST allocation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• Total Taxable Turnover: ₹0.00</a:t>
            </a:r>
          </a:p>
          <a:p>
            <a:pPr>
              <a:defRPr sz="2000">
                <a:solidFill>
                  <a:srgbClr val="10B981"/>
                </a:solidFill>
              </a:defRPr>
            </a:pPr>
            <a:r>
              <a:t>• Central GST (CGST - 50% split): ₹0.00</a:t>
            </a:r>
          </a:p>
          <a:p>
            <a:pPr>
              <a:defRPr sz="2000">
                <a:solidFill>
                  <a:srgbClr val="10B981"/>
                </a:solidFill>
              </a:defRPr>
            </a:pPr>
            <a:r>
              <a:t>• State GST (SGST - 50% split): ₹0.00</a:t>
            </a:r>
          </a:p>
          <a:p>
            <a:pPr>
              <a:defRPr sz="2200" b="1">
                <a:solidFill>
                  <a:srgbClr val="D97706"/>
                </a:solidFill>
              </a:defRPr>
            </a:pPr>
            <a:r>
              <a:t>• Total Remittance Liability: ₹0.00</a:t>
            </a:r>
          </a:p>
          <a:p>
            <a:br/>
            <a:pPr>
              <a:defRPr sz="1400">
                <a:solidFill>
                  <a:srgbClr val="64748B"/>
                </a:solidFill>
              </a:defRPr>
            </a:pPr>
            <a:r>
              <a:t>All taxes verified with standard ROUND_HALF_UP precision. Ready for GSTR-1 and GSTR-3B filings.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Inventory Health &amp; Supply Chain Alerts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Stock availability and reorder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2626"/>
                </a:solidFill>
              </a:defRPr>
            </a:pPr>
            <a:r>
              <a:t>Current Low-Stock Watchlist: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⚠️ Maggi 70g — Available: 10.000 packet (Below reorder threshold)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Actionable Business Recommendations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Strategic insights powered by AI store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1. Digital Payments Dominance: UPI constitutes the primary revenue mode. Maintain active dynamic QR stands.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2. Fast-Moving FMCG: Maggi and Atta packets drive 65%+ of weekly basket entries. Order safety stock from distributors.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3. Loose Staples Velocity: Loose Sugar and Rice offer highest net margins with zero GST liability.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4. Khata Recovery: Maintain weekly ledger reconciliation to ensure customer balance turnover within 14 days.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